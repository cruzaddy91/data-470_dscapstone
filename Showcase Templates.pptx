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  <p:sldId id="259" r:id="rId6"/>
    <p:sldId id="262" r:id="rId7"/>
    <p:sldId id="258" r:id="rId8"/>
    <p:sldId id="263" r:id="rId9"/>
  </p:sldIdLst>
  <p:sldSz cx="402336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981D"/>
    <a:srgbClr val="C48545"/>
    <a:srgbClr val="AA6A2C"/>
    <a:srgbClr val="F5C61D"/>
    <a:srgbClr val="A468F2"/>
    <a:srgbClr val="926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33A9D9-3A47-1704-9FBE-EC462113F3D6}" v="35" dt="2024-03-20T19:43:11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23" d="100"/>
          <a:sy n="23" d="100"/>
        </p:scale>
        <p:origin x="17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0" y="5387342"/>
            <a:ext cx="30175200" cy="114604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0" y="17289782"/>
            <a:ext cx="30175200" cy="79476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5105" y="8206745"/>
            <a:ext cx="34701480" cy="136931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5105" y="22029425"/>
            <a:ext cx="34701480" cy="720089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6060" y="8763000"/>
            <a:ext cx="170992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68260" y="8763000"/>
            <a:ext cx="170992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0" y="1752603"/>
            <a:ext cx="347014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1302" y="8069582"/>
            <a:ext cx="17020697" cy="39547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1302" y="12024360"/>
            <a:ext cx="1702069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368260" y="8069582"/>
            <a:ext cx="17104520" cy="39547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368260" y="12024360"/>
            <a:ext cx="17104520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2" y="2194560"/>
            <a:ext cx="12976382" cy="76809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4520" y="4739642"/>
            <a:ext cx="20368260" cy="23393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2" y="9875520"/>
            <a:ext cx="12976382" cy="182956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2" y="2194560"/>
            <a:ext cx="12976382" cy="76809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04520" y="4739642"/>
            <a:ext cx="20368260" cy="233934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2" y="9875520"/>
            <a:ext cx="12976382" cy="182956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792170" y="1752600"/>
            <a:ext cx="867537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6060" y="1752600"/>
            <a:ext cx="2552319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060" y="1752603"/>
            <a:ext cx="347014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6060" y="8763000"/>
            <a:ext cx="347014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6060" y="30510482"/>
            <a:ext cx="90525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27380" y="30510482"/>
            <a:ext cx="135788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414980" y="30510482"/>
            <a:ext cx="90525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90A34-4461-9411-58BF-819136D31281}"/>
              </a:ext>
            </a:extLst>
          </p:cNvPr>
          <p:cNvSpPr/>
          <p:nvPr/>
        </p:nvSpPr>
        <p:spPr>
          <a:xfrm>
            <a:off x="0" y="0"/>
            <a:ext cx="40258530" cy="4006621"/>
          </a:xfrm>
          <a:prstGeom prst="rect">
            <a:avLst/>
          </a:prstGeom>
          <a:solidFill>
            <a:srgbClr val="A468F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urple and black logo&#10;&#10;Description automatically generated">
            <a:extLst>
              <a:ext uri="{FF2B5EF4-FFF2-40B4-BE49-F238E27FC236}">
                <a16:creationId xmlns:a16="http://schemas.microsoft.com/office/drawing/2014/main" id="{6E49A1A9-724E-5647-B6EC-54D0DD9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28" y="501562"/>
            <a:ext cx="5058802" cy="3300495"/>
          </a:xfrm>
          <a:prstGeom prst="rect">
            <a:avLst/>
          </a:prstGeom>
        </p:spPr>
      </p:pic>
      <p:pic>
        <p:nvPicPr>
          <p:cNvPr id="7" name="Picture 6" descr="A purple and black logo&#10;&#10;Description automatically generated">
            <a:extLst>
              <a:ext uri="{FF2B5EF4-FFF2-40B4-BE49-F238E27FC236}">
                <a16:creationId xmlns:a16="http://schemas.microsoft.com/office/drawing/2014/main" id="{0BA11062-6B24-DC3C-7DA3-C4FAB9D7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536" y="501561"/>
            <a:ext cx="5058802" cy="3300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DE22A-6181-35D9-EBB9-EFE7E6BD8917}"/>
              </a:ext>
            </a:extLst>
          </p:cNvPr>
          <p:cNvSpPr txBox="1"/>
          <p:nvPr/>
        </p:nvSpPr>
        <p:spPr>
          <a:xfrm>
            <a:off x="2800071" y="1348978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00033" y="22528173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00063" y="5451717"/>
            <a:ext cx="11503624" cy="7902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 err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B7319-98D0-3B3F-34CA-AE9EC7725321}"/>
              </a:ext>
            </a:extLst>
          </p:cNvPr>
          <p:cNvSpPr txBox="1"/>
          <p:nvPr/>
        </p:nvSpPr>
        <p:spPr>
          <a:xfrm>
            <a:off x="199970" y="14423397"/>
            <a:ext cx="11503624" cy="7902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199933" y="23461784"/>
            <a:ext cx="11503624" cy="9103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88512" cy="2709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C28AA4-5DE9-95B5-130F-2AC9C619D97F}"/>
              </a:ext>
            </a:extLst>
          </p:cNvPr>
          <p:cNvSpPr/>
          <p:nvPr/>
        </p:nvSpPr>
        <p:spPr>
          <a:xfrm>
            <a:off x="-15714" y="0"/>
            <a:ext cx="40282581" cy="3807961"/>
          </a:xfrm>
          <a:prstGeom prst="rect">
            <a:avLst/>
          </a:prstGeom>
          <a:solidFill>
            <a:srgbClr val="D1981D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DE22A-6181-35D9-EBB9-EFE7E6BD8917}"/>
              </a:ext>
            </a:extLst>
          </p:cNvPr>
          <p:cNvSpPr txBox="1"/>
          <p:nvPr/>
        </p:nvSpPr>
        <p:spPr>
          <a:xfrm>
            <a:off x="2800071" y="1348978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00033" y="22528173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00063" y="5451717"/>
            <a:ext cx="11503624" cy="7902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B7319-98D0-3B3F-34CA-AE9EC7725321}"/>
              </a:ext>
            </a:extLst>
          </p:cNvPr>
          <p:cNvSpPr txBox="1"/>
          <p:nvPr/>
        </p:nvSpPr>
        <p:spPr>
          <a:xfrm>
            <a:off x="199970" y="14423397"/>
            <a:ext cx="11503624" cy="7902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199933" y="23461784"/>
            <a:ext cx="11503624" cy="9103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88512" cy="2709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D453DBA9-BA1E-0B36-8B26-72E0DD43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2" y="227899"/>
            <a:ext cx="5032915" cy="3289222"/>
          </a:xfrm>
          <a:prstGeom prst="rect">
            <a:avLst/>
          </a:prstGeom>
        </p:spPr>
      </p:pic>
      <p:pic>
        <p:nvPicPr>
          <p:cNvPr id="5" name="Picture 4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015C91B3-AE87-639F-354C-FC284CE0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063" y="227898"/>
            <a:ext cx="4970001" cy="32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4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4EF99A-D502-4129-F065-EE5F70D625CC}"/>
              </a:ext>
            </a:extLst>
          </p:cNvPr>
          <p:cNvSpPr/>
          <p:nvPr/>
        </p:nvSpPr>
        <p:spPr>
          <a:xfrm>
            <a:off x="-31457" y="0"/>
            <a:ext cx="40258530" cy="4006621"/>
          </a:xfrm>
          <a:prstGeom prst="rect">
            <a:avLst/>
          </a:prstGeom>
          <a:solidFill>
            <a:srgbClr val="A468F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urple and black logo&#10;&#10;Description automatically generated">
            <a:extLst>
              <a:ext uri="{FF2B5EF4-FFF2-40B4-BE49-F238E27FC236}">
                <a16:creationId xmlns:a16="http://schemas.microsoft.com/office/drawing/2014/main" id="{6E49A1A9-724E-5647-B6EC-54D0DD9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28" y="501562"/>
            <a:ext cx="5058802" cy="3300495"/>
          </a:xfrm>
          <a:prstGeom prst="rect">
            <a:avLst/>
          </a:prstGeom>
        </p:spPr>
      </p:pic>
      <p:pic>
        <p:nvPicPr>
          <p:cNvPr id="7" name="Picture 6" descr="A purple and black logo&#10;&#10;Description automatically generated">
            <a:extLst>
              <a:ext uri="{FF2B5EF4-FFF2-40B4-BE49-F238E27FC236}">
                <a16:creationId xmlns:a16="http://schemas.microsoft.com/office/drawing/2014/main" id="{0BA11062-6B24-DC3C-7DA3-C4FAB9D7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536" y="501561"/>
            <a:ext cx="5058802" cy="3300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88512" cy="2709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8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D8FEE0-04E3-62BB-E38B-3BEC82A5E1ED}"/>
              </a:ext>
            </a:extLst>
          </p:cNvPr>
          <p:cNvSpPr/>
          <p:nvPr/>
        </p:nvSpPr>
        <p:spPr>
          <a:xfrm>
            <a:off x="-15714" y="0"/>
            <a:ext cx="40282581" cy="3807961"/>
          </a:xfrm>
          <a:prstGeom prst="rect">
            <a:avLst/>
          </a:prstGeom>
          <a:solidFill>
            <a:srgbClr val="D1981D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88512" cy="2709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8" name="Picture 7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C0D63D9F-2F88-A768-0230-9AEFC02D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2" y="227899"/>
            <a:ext cx="5032915" cy="3289222"/>
          </a:xfrm>
          <a:prstGeom prst="rect">
            <a:avLst/>
          </a:prstGeom>
        </p:spPr>
      </p:pic>
      <p:pic>
        <p:nvPicPr>
          <p:cNvPr id="10" name="Picture 9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BDE86D44-20F9-D927-9228-2A095663E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063" y="227898"/>
            <a:ext cx="4970001" cy="32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2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A8A56D-B09F-081A-D7FD-398C7970B481}"/>
              </a:ext>
            </a:extLst>
          </p:cNvPr>
          <p:cNvSpPr/>
          <p:nvPr/>
        </p:nvSpPr>
        <p:spPr>
          <a:xfrm>
            <a:off x="0" y="0"/>
            <a:ext cx="40258530" cy="4006621"/>
          </a:xfrm>
          <a:prstGeom prst="rect">
            <a:avLst/>
          </a:prstGeom>
          <a:solidFill>
            <a:srgbClr val="A468F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urple and black logo&#10;&#10;Description automatically generated">
            <a:extLst>
              <a:ext uri="{FF2B5EF4-FFF2-40B4-BE49-F238E27FC236}">
                <a16:creationId xmlns:a16="http://schemas.microsoft.com/office/drawing/2014/main" id="{6E49A1A9-724E-5647-B6EC-54D0DD9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28" y="501562"/>
            <a:ext cx="5058802" cy="3300495"/>
          </a:xfrm>
          <a:prstGeom prst="rect">
            <a:avLst/>
          </a:prstGeom>
        </p:spPr>
      </p:pic>
      <p:pic>
        <p:nvPicPr>
          <p:cNvPr id="7" name="Picture 6" descr="A purple and black logo&#10;&#10;Description automatically generated">
            <a:extLst>
              <a:ext uri="{FF2B5EF4-FFF2-40B4-BE49-F238E27FC236}">
                <a16:creationId xmlns:a16="http://schemas.microsoft.com/office/drawing/2014/main" id="{0BA11062-6B24-DC3C-7DA3-C4FAB9D7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536" y="501561"/>
            <a:ext cx="5058802" cy="3300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56454" cy="11257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92DE6-2757-C52A-FE8E-DCC9AD29D05E}"/>
              </a:ext>
            </a:extLst>
          </p:cNvPr>
          <p:cNvSpPr txBox="1"/>
          <p:nvPr/>
        </p:nvSpPr>
        <p:spPr>
          <a:xfrm>
            <a:off x="15410736" y="24217734"/>
            <a:ext cx="1178623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/>
              <a:t>SPACE FOR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3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DE4437-46E8-787D-92D7-47E1C9CF2CC8}"/>
              </a:ext>
            </a:extLst>
          </p:cNvPr>
          <p:cNvSpPr/>
          <p:nvPr/>
        </p:nvSpPr>
        <p:spPr>
          <a:xfrm>
            <a:off x="-15714" y="0"/>
            <a:ext cx="40282581" cy="3807961"/>
          </a:xfrm>
          <a:prstGeom prst="rect">
            <a:avLst/>
          </a:prstGeom>
          <a:solidFill>
            <a:srgbClr val="D1981D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7078588" y="4351346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20093479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320376" y="5468382"/>
            <a:ext cx="15856454" cy="11257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92DE6-2757-C52A-FE8E-DCC9AD29D05E}"/>
              </a:ext>
            </a:extLst>
          </p:cNvPr>
          <p:cNvSpPr txBox="1"/>
          <p:nvPr/>
        </p:nvSpPr>
        <p:spPr>
          <a:xfrm>
            <a:off x="15410736" y="24217734"/>
            <a:ext cx="1178623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/>
              <a:t>SPACE FOR IMAGES</a:t>
            </a:r>
            <a:endParaRPr lang="en-US" dirty="0"/>
          </a:p>
        </p:txBody>
      </p:sp>
      <p:pic>
        <p:nvPicPr>
          <p:cNvPr id="9" name="Picture 8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0B2BC7FD-34BD-14AF-D7D0-B76294B3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2" y="227899"/>
            <a:ext cx="5032915" cy="3289222"/>
          </a:xfrm>
          <a:prstGeom prst="rect">
            <a:avLst/>
          </a:prstGeom>
        </p:spPr>
      </p:pic>
      <p:pic>
        <p:nvPicPr>
          <p:cNvPr id="11" name="Picture 10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DEB75A98-FF9F-0B03-FD00-C13FB7954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063" y="227898"/>
            <a:ext cx="4970001" cy="32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6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45472A-3CAD-3ACF-0694-0721C1171E63}"/>
              </a:ext>
            </a:extLst>
          </p:cNvPr>
          <p:cNvSpPr/>
          <p:nvPr/>
        </p:nvSpPr>
        <p:spPr>
          <a:xfrm>
            <a:off x="0" y="0"/>
            <a:ext cx="40258530" cy="4006621"/>
          </a:xfrm>
          <a:prstGeom prst="rect">
            <a:avLst/>
          </a:prstGeom>
          <a:solidFill>
            <a:srgbClr val="A468F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urple and black logo&#10;&#10;Description automatically generated">
            <a:extLst>
              <a:ext uri="{FF2B5EF4-FFF2-40B4-BE49-F238E27FC236}">
                <a16:creationId xmlns:a16="http://schemas.microsoft.com/office/drawing/2014/main" id="{6E49A1A9-724E-5647-B6EC-54D0DD9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28" y="501562"/>
            <a:ext cx="5058802" cy="3300495"/>
          </a:xfrm>
          <a:prstGeom prst="rect">
            <a:avLst/>
          </a:prstGeom>
        </p:spPr>
      </p:pic>
      <p:pic>
        <p:nvPicPr>
          <p:cNvPr id="7" name="Picture 6" descr="A purple and black logo&#10;&#10;Description automatically generated">
            <a:extLst>
              <a:ext uri="{FF2B5EF4-FFF2-40B4-BE49-F238E27FC236}">
                <a16:creationId xmlns:a16="http://schemas.microsoft.com/office/drawing/2014/main" id="{0BA11062-6B24-DC3C-7DA3-C4FAB9D7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536" y="501561"/>
            <a:ext cx="5058802" cy="3300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1986910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292728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0807955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1BC0E-6468-FC1F-8B39-C54CE49A9C9A}"/>
              </a:ext>
            </a:extLst>
          </p:cNvPr>
          <p:cNvSpPr txBox="1"/>
          <p:nvPr/>
        </p:nvSpPr>
        <p:spPr>
          <a:xfrm>
            <a:off x="16212202" y="15787803"/>
            <a:ext cx="1178623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/>
              <a:t>SPACE FOR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3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6F15A6-1097-609B-52BF-609651E29933}"/>
              </a:ext>
            </a:extLst>
          </p:cNvPr>
          <p:cNvSpPr/>
          <p:nvPr/>
        </p:nvSpPr>
        <p:spPr>
          <a:xfrm>
            <a:off x="-15714" y="0"/>
            <a:ext cx="40282581" cy="3807961"/>
          </a:xfrm>
          <a:prstGeom prst="rect">
            <a:avLst/>
          </a:prstGeom>
          <a:solidFill>
            <a:srgbClr val="D1981D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12019708" y="233366"/>
            <a:ext cx="1615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500" dirty="0">
                <a:latin typeface="Times New Roman"/>
                <a:cs typeface="Times New Roman"/>
              </a:rPr>
              <a:t>TITLE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NAME</a:t>
            </a:r>
          </a:p>
          <a:p>
            <a:pPr algn="ctr"/>
            <a:r>
              <a:rPr lang="en-US" sz="7500" dirty="0">
                <a:latin typeface="Times New Roman"/>
                <a:cs typeface="Times New Roman"/>
              </a:rPr>
              <a:t>DEPARTMENT |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2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99786" y="1687551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3" y="1986910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>
                <a:latin typeface="Times New Roman"/>
                <a:cs typeface="Times New Roman"/>
              </a:rPr>
              <a:t>Heading #4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33313" y="5451717"/>
            <a:ext cx="11470374" cy="10994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233183" y="18075137"/>
            <a:ext cx="11470374" cy="14489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292728"/>
            <a:ext cx="11070397" cy="14404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0807955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1BC0E-6468-FC1F-8B39-C54CE49A9C9A}"/>
              </a:ext>
            </a:extLst>
          </p:cNvPr>
          <p:cNvSpPr txBox="1"/>
          <p:nvPr/>
        </p:nvSpPr>
        <p:spPr>
          <a:xfrm>
            <a:off x="16212202" y="15787803"/>
            <a:ext cx="1178623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/>
              <a:t>SPACE FOR IMAGES</a:t>
            </a:r>
            <a:endParaRPr lang="en-US" dirty="0"/>
          </a:p>
        </p:txBody>
      </p:sp>
      <p:pic>
        <p:nvPicPr>
          <p:cNvPr id="9" name="Picture 8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02AD5748-2A6E-5D97-6F97-61EBD50C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2" y="227899"/>
            <a:ext cx="5032915" cy="3289222"/>
          </a:xfrm>
          <a:prstGeom prst="rect">
            <a:avLst/>
          </a:prstGeom>
        </p:spPr>
      </p:pic>
      <p:pic>
        <p:nvPicPr>
          <p:cNvPr id="11" name="Picture 10" descr="A logo with black and brown stripes&#10;&#10;Description automatically generated">
            <a:extLst>
              <a:ext uri="{FF2B5EF4-FFF2-40B4-BE49-F238E27FC236}">
                <a16:creationId xmlns:a16="http://schemas.microsoft.com/office/drawing/2014/main" id="{BF124072-AC23-509A-90DF-792E25C84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063" y="227898"/>
            <a:ext cx="4970001" cy="32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180</Words>
  <Application>Microsoft Macintosh PowerPoint</Application>
  <PresentationFormat>Custom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Shawn Coon</cp:lastModifiedBy>
  <cp:revision>231</cp:revision>
  <dcterms:created xsi:type="dcterms:W3CDTF">2024-02-07T19:57:17Z</dcterms:created>
  <dcterms:modified xsi:type="dcterms:W3CDTF">2025-03-12T19:34:11Z</dcterms:modified>
</cp:coreProperties>
</file>